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48"/>
  </p:normalViewPr>
  <p:slideViewPr>
    <p:cSldViewPr snapToGrid="0">
      <p:cViewPr>
        <p:scale>
          <a:sx n="89" d="100"/>
          <a:sy n="89" d="100"/>
        </p:scale>
        <p:origin x="-92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48FF-B523-3CED-080A-C35C91ECA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47F75-BCD2-9A7C-088E-46BDDD09C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EF59-EC53-C45E-AA8B-3C4A66B00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0622-D7F7-952E-61C5-D5B737FD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8B714-5982-6654-12A0-65B25472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808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C0AD-FFE6-6BF7-E8E8-5B349970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580EA-C453-6BDA-59B0-795E04DC9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16868-C834-7394-C148-7537AF25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0C0A9-E874-06E7-1883-AF22043F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45EF7-864C-9E55-F10D-4FCA3CEE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986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BD08-8EDB-0977-E2B7-92A63807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3F007-7236-AE5A-82EB-21302DD91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99FE-D198-39D4-7358-917216E3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7F096-05FC-B761-DB04-5E2B489C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7925A-940A-677A-8DDB-EA330392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622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A4B2-6761-54CC-831C-D16F0D99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B2669-9A2C-F908-0911-95EA9E334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AA793-2018-296D-C5B6-97E64712B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A6B8C-5EDF-3ABC-F02B-611654F5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DCD3A-C32A-E0D5-BA81-0C14764F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83DFA-35AC-91D8-6E8B-E7659F62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385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57EE-8B2B-8C6C-3D73-2B08410C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87EC5-298D-FF39-790B-EB702DB92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CB8B5-B19A-8C4F-5C4F-FF8C627C9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822B8-376B-6885-7CA8-C46681046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BCAE5-AB20-E605-7385-13E9F69C6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29EDA-685E-478F-2508-0264CE4B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E2945-4998-D957-20EB-B97F5E17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4E43D-B468-AD93-2255-DEBEEA54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601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FC26-8561-A95B-2D6C-5B1185F9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4085D-7A47-D97F-61FE-AE95219B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7CC53-9FC2-C037-0D3B-F6DA99AD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7376F-FD6D-D59D-B67A-B896DEDC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379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E22BE-3B25-7045-46B1-2368C218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36A6F-BFBE-827B-C98A-BFD7F74D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35257-D1FB-7D56-E53F-8BA32C44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888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B9A8-768E-1307-75A9-51B396B5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F8E6-F21F-726F-9675-B299C9AFF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DC62-B0CF-F1A6-F3A0-131F0FF80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7CE27-DB63-07AC-7310-4717BC63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96EA8-40C3-3DB0-4F99-34425567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2570D-2308-A327-90B9-89FA2EFE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245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4963-9DA7-B658-8555-0EF583992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B6E5A-5718-A45E-C92A-DDD2D04BC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A7083-7C23-C31C-800D-D76B8C84F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3250B-58EF-623B-375D-D1F55AB9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3F759-7970-724A-284A-4FECBFA3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A52F-0911-97F9-C318-AC435DD3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488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BF54-8B07-8F7B-3410-E3BE3C71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B777C-7A24-6A93-1E7B-20523C835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D00F-CED5-A20F-F440-E9C48250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E6B4-484B-BF8B-2216-DFEDF86AF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BA2-343F-9931-07B7-2DE2BCA5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66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CA8F3-8EDF-EA32-C636-AC6101A81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965E8-7EE6-9740-8A9D-399CCA1B0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BB009-16FC-F3AD-CF82-5BFBEB6D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E3A7C-A345-CF17-DE77-985851A30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CC5AE-BC47-A85A-1851-108933BD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745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CB92C-3204-5F90-B696-0D433046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CF4D-0D59-2643-037B-438E24338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C09D-4E28-5374-A2E8-20E2DC6E1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1E82C-9BB8-9F46-82B1-CCC3D363F67B}" type="datetimeFigureOut">
              <a:rPr lang="en-CN" smtClean="0"/>
              <a:t>2026/2/28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AD775-1310-219B-7179-D9DC6F8AC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7EFEB-769F-9798-061F-574E965B8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94130-3E26-3B4A-89CB-3FB465EAAF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31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379CFBC0-63EF-786A-1272-FFD6444F2C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8" t="13051" b="3955"/>
          <a:stretch>
            <a:fillRect/>
          </a:stretch>
        </p:blipFill>
        <p:spPr>
          <a:xfrm>
            <a:off x="14049130" y="1148710"/>
            <a:ext cx="6086927" cy="4647600"/>
          </a:xfrm>
          <a:prstGeom prst="rect">
            <a:avLst/>
          </a:prstGeom>
        </p:spPr>
      </p:pic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BBE3199F-A475-108A-B7C3-696D4E9A817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3123" t="13061" b="3936"/>
          <a:stretch>
            <a:fillRect/>
          </a:stretch>
        </p:blipFill>
        <p:spPr>
          <a:xfrm>
            <a:off x="780191" y="1136581"/>
            <a:ext cx="6087600" cy="4647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9F5824-55FE-F7F3-9B29-E02D0402B30B}"/>
              </a:ext>
            </a:extLst>
          </p:cNvPr>
          <p:cNvSpPr txBox="1"/>
          <p:nvPr/>
        </p:nvSpPr>
        <p:spPr>
          <a:xfrm>
            <a:off x="15242186" y="5739437"/>
            <a:ext cx="102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High std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8584B4-45C3-417F-70E7-6B4A27BB89EA}"/>
              </a:ext>
            </a:extLst>
          </p:cNvPr>
          <p:cNvSpPr txBox="1"/>
          <p:nvPr/>
        </p:nvSpPr>
        <p:spPr>
          <a:xfrm>
            <a:off x="4870347" y="5739437"/>
            <a:ext cx="102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Low std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D27CDC-BAB9-D8E4-603D-F0D19F9C5393}"/>
              </a:ext>
            </a:extLst>
          </p:cNvPr>
          <p:cNvSpPr txBox="1"/>
          <p:nvPr/>
        </p:nvSpPr>
        <p:spPr>
          <a:xfrm>
            <a:off x="18170811" y="5739437"/>
            <a:ext cx="102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Low std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D72BD7-FA33-C884-FD5A-6317DF14A904}"/>
              </a:ext>
            </a:extLst>
          </p:cNvPr>
          <p:cNvSpPr txBox="1"/>
          <p:nvPr/>
        </p:nvSpPr>
        <p:spPr>
          <a:xfrm>
            <a:off x="1976863" y="5739437"/>
            <a:ext cx="102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High std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9015F-854F-4C64-E29C-7661C393F82F}"/>
              </a:ext>
            </a:extLst>
          </p:cNvPr>
          <p:cNvSpPr txBox="1"/>
          <p:nvPr/>
        </p:nvSpPr>
        <p:spPr>
          <a:xfrm rot="-5400000">
            <a:off x="-1635119" y="3212956"/>
            <a:ext cx="445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Log-odds drop (</a:t>
            </a:r>
            <a:r>
              <a:rPr lang="en-US" dirty="0" err="1"/>
              <a:t>logit_base</a:t>
            </a:r>
            <a:r>
              <a:rPr lang="en-US" dirty="0"/>
              <a:t> − </a:t>
            </a:r>
            <a:r>
              <a:rPr lang="en-US" dirty="0" err="1"/>
              <a:t>logit_modified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48F5CF-7119-D336-F214-FB0C3E52EDD1}"/>
              </a:ext>
            </a:extLst>
          </p:cNvPr>
          <p:cNvSpPr txBox="1"/>
          <p:nvPr/>
        </p:nvSpPr>
        <p:spPr>
          <a:xfrm rot="-5400000">
            <a:off x="11651107" y="3212956"/>
            <a:ext cx="445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Log-odds drop (</a:t>
            </a:r>
            <a:r>
              <a:rPr lang="en-US" dirty="0" err="1"/>
              <a:t>logit_base</a:t>
            </a:r>
            <a:r>
              <a:rPr lang="en-US" dirty="0"/>
              <a:t> − </a:t>
            </a:r>
            <a:r>
              <a:rPr lang="en-US" dirty="0" err="1"/>
              <a:t>logit_modified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4449BD20-8CD2-9074-0294-6918D7A9A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2836" y="502379"/>
            <a:ext cx="38395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Fold 4 Top-3 removal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Mann-Whitney p &lt; 0.0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 (high &gt; low)</a:t>
            </a:r>
            <a:endParaRPr lang="en-CN" altLang="en-CN" sz="1800" dirty="0">
              <a:latin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3B566BA7-2890-23F4-7C25-0320FD8EE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247" y="502379"/>
            <a:ext cx="39677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Fold 1 Top-3 removal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Mann-Whitney p = 0.051 (high &gt; low)</a:t>
            </a:r>
            <a:endParaRPr lang="en-CN" altLang="en-CN" sz="1800" dirty="0">
              <a:latin typeface="Arial" panose="020B0604020202020204" pitchFamily="34" charset="0"/>
            </a:endParaRPr>
          </a:p>
        </p:txBody>
      </p:sp>
      <p:pic>
        <p:nvPicPr>
          <p:cNvPr id="33" name="Picture 32" descr="A graph of a graph showing a number of dots and a red rectangle&#10;&#10;AI-generated content may be incorrect.">
            <a:extLst>
              <a:ext uri="{FF2B5EF4-FFF2-40B4-BE49-F238E27FC236}">
                <a16:creationId xmlns:a16="http://schemas.microsoft.com/office/drawing/2014/main" id="{A0C39889-195C-F732-4CF3-43CD6D1664D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385713" y="1083723"/>
            <a:ext cx="6087600" cy="4752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3476CC5-7E91-A02D-1A11-B1C678144599}"/>
              </a:ext>
            </a:extLst>
          </p:cNvPr>
          <p:cNvSpPr txBox="1"/>
          <p:nvPr/>
        </p:nvSpPr>
        <p:spPr>
          <a:xfrm rot="-5400000">
            <a:off x="4940941" y="3212956"/>
            <a:ext cx="445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Log-odds drop (</a:t>
            </a:r>
            <a:r>
              <a:rPr lang="en-US" dirty="0" err="1"/>
              <a:t>logit_base</a:t>
            </a:r>
            <a:r>
              <a:rPr lang="en-US" dirty="0"/>
              <a:t> − </a:t>
            </a:r>
            <a:r>
              <a:rPr lang="en-US" dirty="0" err="1"/>
              <a:t>logit_modified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DDBFC6A4-3129-4A8B-6E53-008F67C0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3494" y="490250"/>
            <a:ext cx="37753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CN" sz="1800">
                <a:solidFill>
                  <a:srgbClr val="000000"/>
                </a:solidFill>
                <a:latin typeface="Arial" panose="020B0604020202020204" pitchFamily="34" charset="0"/>
              </a:rPr>
              <a:t>Fold 2 </a:t>
            </a: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Top-3 removal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CN" sz="1800" dirty="0">
                <a:solidFill>
                  <a:srgbClr val="000000"/>
                </a:solidFill>
                <a:latin typeface="Arial" panose="020B0604020202020204" pitchFamily="34" charset="0"/>
              </a:rPr>
              <a:t>Mann-Whitney p &lt;0.05 (high &gt; low)</a:t>
            </a:r>
            <a:endParaRPr lang="en-CN" altLang="en-CN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96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85AE-B29F-A365-F98D-121881B9D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A2F1C2-C868-A7CC-934F-459EA4F8F7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8"/>
            <a:ext cx="39677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Top-3 removal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Mann-Whitney p = 0.051 (high &gt; low)</a:t>
            </a: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50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92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Yue, Jialin</dc:creator>
  <cp:lastModifiedBy>Yue, Jialin</cp:lastModifiedBy>
  <cp:revision>2</cp:revision>
  <dcterms:created xsi:type="dcterms:W3CDTF">2026-02-28T08:12:01Z</dcterms:created>
  <dcterms:modified xsi:type="dcterms:W3CDTF">2026-02-28T17:48:59Z</dcterms:modified>
</cp:coreProperties>
</file>